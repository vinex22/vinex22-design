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image" Target="../media/image-1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image" Target="../media/image-2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webp"/><Relationship Id="rId3" Type="http://schemas.openxmlformats.org/officeDocument/2006/relationships/image" Target="../media/image-3-3.webp"/><Relationship Id="rId4" Type="http://schemas.openxmlformats.org/officeDocument/2006/relationships/image" Target="../media/image-3-4.webp"/><Relationship Id="rId5" Type="http://schemas.openxmlformats.org/officeDocument/2006/relationships/image" Target="../media/image-3-5.webp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image" Target="../media/image-4-2.webp"/><Relationship Id="rId3" Type="http://schemas.openxmlformats.org/officeDocument/2006/relationships/image" Target="../media/image-4-3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webp"/><Relationship Id="rId3" Type="http://schemas.openxmlformats.org/officeDocument/2006/relationships/image" Target="../media/image-5-3.webp"/><Relationship Id="rId4" Type="http://schemas.openxmlformats.org/officeDocument/2006/relationships/image" Target="../media/image-5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image" Target="../media/image-6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image" Target="../media/image-8-2.webp"/><Relationship Id="rId3" Type="http://schemas.openxmlformats.org/officeDocument/2006/relationships/image" Target="../media/image-8-3.webp"/><Relationship Id="rId4" Type="http://schemas.openxmlformats.org/officeDocument/2006/relationships/image" Target="../media/image-8-4.webp"/><Relationship Id="rId5" Type="http://schemas.openxmlformats.org/officeDocument/2006/relationships/image" Target="../media/image-8-5.webp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image" Target="../media/image-10-2.webp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1168301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EXHIBITION PROMOTION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498550"/>
            <a:ext cx="6476899" cy="171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Malaysia’s palm oil expertise, ready for your brand.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699659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Cooking oil and palm derivative products for food manufacturers, distributors and OEM partners.</a:t>
            </a:r>
            <a:endParaRPr lang="en-US" sz="1700" dirty="0"/>
          </a:p>
        </p:txBody>
      </p:sp>
      <p:pic>
        <p:nvPicPr>
          <p:cNvPr id="6" name="Image 1" descr="C:/Users/vinayjain/repos/vinex22-design/projects/naturz-exhibition/assets/images/hero-products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50" y="1041350"/>
            <a:ext cx="4953000" cy="419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0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FOUNDED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0" y="114300"/>
            <a:ext cx="1943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0" y="698450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0" y="812750"/>
            <a:ext cx="1943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Malaysia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0" y="1396901"/>
            <a:ext cx="31736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0" y="1511201"/>
            <a:ext cx="31736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info@naturzindustries.com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NATURZ INDUSTRIES SDN BHD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YOUR PLATE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587401"/>
            <a:ext cx="6476899" cy="124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96"/>
              </a:lnSpc>
              <a:buNone/>
            </a:pPr>
            <a:r>
              <a:rPr lang="en-US" sz="4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Naturz’s best for your plate.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570169" cy="790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booth message for buyers: dependable vegetable oil products for frying, baking, cooking and food processing.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20000" y="1333500"/>
            <a:ext cx="3174950" cy="3174950"/>
          </a:xfrm>
          <a:prstGeom prst="roundRect">
            <a:avLst>
              <a:gd name="adj" fmla="val 50001"/>
            </a:avLst>
          </a:prstGeom>
          <a:solidFill>
            <a:srgbClr val="F3B3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C:/Users/vinayjain/repos/vinex22-design/projects/naturz-exhibition/assets/images/oil-jerry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901" y="1206401"/>
            <a:ext cx="3555950" cy="3555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69991" y="5105400"/>
            <a:ext cx="4274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4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Reliable. Practical. Export-ready.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PROMISE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168301"/>
            <a:ext cx="8031379" cy="88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supplier. Multiple food applications.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34901" y="2082701"/>
            <a:ext cx="7642759" cy="43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8"/>
              </a:lnSpc>
              <a:buNone/>
            </a:pPr>
            <a:r>
              <a:rPr lang="en-US" sz="14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lines for bulk buyers, distributors, food service, bakery, confectionery and industrial food use.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9600" y="3022550"/>
            <a:ext cx="2412950" cy="2667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C:/Users/vinayjain/repos/vinex22-design/projects/naturz-exhibition/assets/images/oil-tin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60675"/>
            <a:ext cx="1333500" cy="133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7725" y="4746575"/>
            <a:ext cx="199486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RBD Palm Olein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47725" y="5140226"/>
            <a:ext cx="1994865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CP5, CP6, CP7, CP8 and CP10 grades listed by Naturz.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505200" y="3022550"/>
            <a:ext cx="2412950" cy="2667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C:/Users/vinayjain/repos/vinex22-design/projects/naturz-exhibition/assets/images/shortening.web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5" y="3260675"/>
            <a:ext cx="1333500" cy="1333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43325" y="4746575"/>
            <a:ext cx="199486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Shortening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743325" y="5140226"/>
            <a:ext cx="1994865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bakery, frying and food processing needs.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400800" y="3022550"/>
            <a:ext cx="2412950" cy="2667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C:/Users/vinayjain/repos/vinex22-design/projects/naturz-exhibition/assets/images/ghee.web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3260675"/>
            <a:ext cx="1333500" cy="1333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38925" y="4746575"/>
            <a:ext cx="199486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Vegetable Ghee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638925" y="5140226"/>
            <a:ext cx="1994865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fat solutions for cooking and formulation.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9296400" y="3022550"/>
            <a:ext cx="2412950" cy="2667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C:/Users/vinayjain/repos/vinex22-design/projects/naturz-exhibition/assets/images/glycerin.web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325" y="3260675"/>
            <a:ext cx="1333500" cy="13335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34525" y="4746575"/>
            <a:ext cx="199486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Glycerin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9534525" y="5140226"/>
            <a:ext cx="1994865" cy="406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Palm derivative category available from the portfolio.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RANGE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PRODUCT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587401"/>
            <a:ext cx="6217920" cy="1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RBD Palm Olein for cooking, frying and food processing.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4922419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Naturz lists a wide range of palm olein grades for OEM cooking oil service and export buyers.</a:t>
            </a:r>
            <a:endParaRPr lang="en-US" sz="1700" dirty="0"/>
          </a:p>
        </p:txBody>
      </p:sp>
      <p:pic>
        <p:nvPicPr>
          <p:cNvPr id="6" name="Image 1" descr="C:/Users/vinayjain/repos/vinex22-design/projects/naturz-exhibition/assets/images/oil-bottle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901" y="1396901"/>
            <a:ext cx="1714500" cy="3174950"/>
          </a:xfrm>
          <a:prstGeom prst="rect">
            <a:avLst/>
          </a:prstGeom>
        </p:spPr>
      </p:pic>
      <p:pic>
        <p:nvPicPr>
          <p:cNvPr id="7" name="Image 2" descr="C:/Users/vinayjain/repos/vinex22-design/projects/naturz-exhibition/assets/images/oil-jerry.web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950" y="1193750"/>
            <a:ext cx="1968401" cy="34924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4901" y="4953000"/>
            <a:ext cx="914400" cy="482501"/>
          </a:xfrm>
          <a:prstGeom prst="roundRect">
            <a:avLst>
              <a:gd name="adj" fmla="val 5001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25757" y="5041850"/>
            <a:ext cx="932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CP5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752451" y="4953000"/>
            <a:ext cx="914400" cy="482501"/>
          </a:xfrm>
          <a:prstGeom prst="roundRect">
            <a:avLst>
              <a:gd name="adj" fmla="val 5001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743307" y="5041850"/>
            <a:ext cx="932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CP6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870002" y="4953000"/>
            <a:ext cx="914400" cy="482501"/>
          </a:xfrm>
          <a:prstGeom prst="roundRect">
            <a:avLst>
              <a:gd name="adj" fmla="val 5001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2860858" y="5041850"/>
            <a:ext cx="932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CP7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987701" y="4953000"/>
            <a:ext cx="914400" cy="482501"/>
          </a:xfrm>
          <a:prstGeom prst="roundRect">
            <a:avLst>
              <a:gd name="adj" fmla="val 5001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978557" y="5041850"/>
            <a:ext cx="932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CP8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5105251" y="4953000"/>
            <a:ext cx="914400" cy="482501"/>
          </a:xfrm>
          <a:prstGeom prst="roundRect">
            <a:avLst>
              <a:gd name="adj" fmla="val 5001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096107" y="5041850"/>
            <a:ext cx="932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CP10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RBD PALM OLEIN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168301"/>
            <a:ext cx="8031379" cy="880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Specialty fats and derivatives for food applications.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34901" y="2184350"/>
            <a:ext cx="7642759" cy="43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8"/>
              </a:lnSpc>
              <a:buNone/>
            </a:pPr>
            <a:r>
              <a:rPr lang="en-US" sz="14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broader portfolio helps buyers discuss bakery, confectionery, food service and industrial formulation needs.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9600" y="3124200"/>
            <a:ext cx="3149501" cy="23875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C:/Users/vinayjain/repos/vinex22-design/projects/naturz-exhibition/assets/images/chocolate-fat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075" y="3362325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055" y="4810125"/>
            <a:ext cx="27203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Chocolate Fat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98526" y="5140226"/>
            <a:ext cx="259069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Specialty fat category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21101" y="3124200"/>
            <a:ext cx="3149501" cy="23875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2" descr="C:/Users/vinayjain/repos/vinex22-design/projects/naturz-exhibition/assets/images/frying-fat.web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576" y="3362325"/>
            <a:ext cx="137160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32556" y="4810125"/>
            <a:ext cx="27203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Frying Fat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4810027" y="5140226"/>
            <a:ext cx="259069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Food-service use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432750" y="3124200"/>
            <a:ext cx="3149501" cy="23875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3" descr="C:/Users/vinayjain/repos/vinex22-design/projects/naturz-exhibition/assets/images/palm-stearin.web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226" y="3362325"/>
            <a:ext cx="1371600" cy="1371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44205" y="4810125"/>
            <a:ext cx="27203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Palm Stearin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8721676" y="5140226"/>
            <a:ext cx="259069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Palm derivative line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SPECIALTY FATS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B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+ EXPORT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587401"/>
            <a:ext cx="6088279" cy="108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4"/>
              </a:lnSpc>
              <a:buNone/>
            </a:pPr>
            <a:r>
              <a:rPr lang="en-US" sz="42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B2B supply conversations.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570169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E7E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Naturz describes its business as manufacturing, marketing and exporting palm oil derivatives.</a:t>
            </a:r>
            <a:endParaRPr lang="en-US" sz="1700" dirty="0"/>
          </a:p>
        </p:txBody>
      </p:sp>
      <p:pic>
        <p:nvPicPr>
          <p:cNvPr id="6" name="Image 1" descr="C:/Users/vinayjain/repos/vinex22-design/projects/naturz-exhibition/assets/images/production-line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901" y="1269950"/>
            <a:ext cx="4191000" cy="29209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4901" y="4860875"/>
            <a:ext cx="1905000" cy="0"/>
          </a:xfrm>
          <a:prstGeom prst="line">
            <a:avLst/>
          </a:prstGeom>
          <a:noFill/>
          <a:ln w="19050">
            <a:solidFill>
              <a:srgbClr val="F3B32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4901" y="4870400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FOUNDED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34901" y="5048101"/>
            <a:ext cx="1943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2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2920901" y="4860875"/>
            <a:ext cx="1905000" cy="0"/>
          </a:xfrm>
          <a:prstGeom prst="line">
            <a:avLst/>
          </a:prstGeom>
          <a:noFill/>
          <a:ln w="19050">
            <a:solidFill>
              <a:srgbClr val="F3B32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20901" y="4870400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920901" y="5048101"/>
            <a:ext cx="1943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2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Malaysia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206901" y="4860875"/>
            <a:ext cx="1905000" cy="0"/>
          </a:xfrm>
          <a:prstGeom prst="line">
            <a:avLst/>
          </a:prstGeom>
          <a:noFill/>
          <a:ln w="19050">
            <a:solidFill>
              <a:srgbClr val="F3B32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06901" y="4870400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8DA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206901" y="5048101"/>
            <a:ext cx="19431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22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Palm derivatives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5E86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E7E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READINESS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E7E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OEM + EXPORT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587401"/>
            <a:ext cx="6476899" cy="101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from product interest to quotation.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052060" cy="790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booth conversation to capture grade, pack format, volume, destination and documentation needs.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11901" y="1524000"/>
            <a:ext cx="4191000" cy="10921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350026" y="17621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85713" y="2447776"/>
            <a:ext cx="300527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9"/>
              </a:lnSpc>
              <a:spcBef>
                <a:spcPts val="800"/>
              </a:spcBef>
              <a:buNone/>
            </a:pPr>
            <a:r>
              <a:rPr lang="en-US" sz="1050" b="1" dirty="0">
                <a:solidFill>
                  <a:srgbClr val="566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86576" y="1762125"/>
            <a:ext cx="2979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product and grade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86576" y="2117675"/>
            <a:ext cx="300527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RBD palm olein, shortening, ghee, frying fat or derivative category.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11901" y="2920901"/>
            <a:ext cx="4191000" cy="10921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50026" y="3159026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285713" y="3844677"/>
            <a:ext cx="300527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9"/>
              </a:lnSpc>
              <a:spcBef>
                <a:spcPts val="800"/>
              </a:spcBef>
              <a:buNone/>
            </a:pPr>
            <a:r>
              <a:rPr lang="en-US" sz="1050" b="1" dirty="0">
                <a:solidFill>
                  <a:srgbClr val="566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86576" y="3159026"/>
            <a:ext cx="2979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pack format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086576" y="3514576"/>
            <a:ext cx="300527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Bottle, tin, jerry can, carton or buyer-specific packaging discussion.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111901" y="4317950"/>
            <a:ext cx="4191000" cy="10921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350026" y="45560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C4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85713" y="5241727"/>
            <a:ext cx="300527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9"/>
              </a:lnSpc>
              <a:spcBef>
                <a:spcPts val="800"/>
              </a:spcBef>
              <a:buNone/>
            </a:pPr>
            <a:r>
              <a:rPr lang="en-US" sz="1050" b="1" dirty="0">
                <a:solidFill>
                  <a:srgbClr val="5662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86576" y="4556075"/>
            <a:ext cx="2979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quotation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86576" y="4911626"/>
            <a:ext cx="300527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market, volume, documentation needs and timeline.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OEM + EXPORT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CONFIDENCE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587401"/>
            <a:ext cx="6347409" cy="1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conversations start before the quotation.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052060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certification and standards cues to guide buyers toward the right documentation questions.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239000" y="1422350"/>
            <a:ext cx="1905000" cy="1524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C:/Users/vinayjain/repos/vinex22-design/projects/naturz-exhibition/assets/images/iso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426" y="1660475"/>
            <a:ext cx="1396901" cy="1066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3350" y="1422350"/>
            <a:ext cx="1905000" cy="1524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C:/Users/vinayjain/repos/vinex22-design/projects/naturz-exhibition/assets/images/gmp.web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776" y="1660475"/>
            <a:ext cx="1396901" cy="1066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39000" y="3301901"/>
            <a:ext cx="1905000" cy="1524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C:/Users/vinayjain/repos/vinex22-design/projects/naturz-exhibition/assets/images/mpob.web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426" y="3540026"/>
            <a:ext cx="1396901" cy="1066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423350" y="3301901"/>
            <a:ext cx="1905000" cy="15240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4" descr="C:/Users/vinayjain/repos/vinex22-design/projects/naturz-exhibition/assets/images/ms-standard.web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776" y="3540026"/>
            <a:ext cx="1396901" cy="10668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4901" y="4978301"/>
            <a:ext cx="5460950" cy="533400"/>
          </a:xfrm>
          <a:prstGeom prst="rect">
            <a:avLst/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8"/>
          <p:cNvSpPr/>
          <p:nvPr/>
        </p:nvSpPr>
        <p:spPr>
          <a:xfrm>
            <a:off x="658713" y="4978301"/>
            <a:ext cx="0" cy="533400"/>
          </a:xfrm>
          <a:prstGeom prst="line">
            <a:avLst/>
          </a:prstGeom>
          <a:noFill/>
          <a:ln w="47625">
            <a:solidFill>
              <a:srgbClr val="F3B32F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60227" y="5079802"/>
            <a:ext cx="5340337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800"/>
              </a:spcBef>
              <a:buNone/>
            </a:pPr>
            <a:r>
              <a:rPr lang="en-US" sz="1100" b="1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certificate scope and validity per product, order and destination market.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CUES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990600" cy="4825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 OUR BOOTH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587401"/>
            <a:ext cx="6476899" cy="1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grade, packaging and export quotation.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052060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3C49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product category, market, volume, packaging, documentation and delivery timeline.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111901" y="1473101"/>
            <a:ext cx="4191000" cy="8635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350026" y="1635026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50026" y="1838176"/>
            <a:ext cx="375655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info@naturzindustries.com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111901" y="2590800"/>
            <a:ext cx="4191000" cy="8635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350026" y="2752725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50026" y="2955875"/>
            <a:ext cx="375655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+603 5569 1581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11901" y="3708350"/>
            <a:ext cx="4191000" cy="863501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50026" y="3870275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50026" y="4073426"/>
            <a:ext cx="375655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+6011 1115 4642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11901" y="4825901"/>
            <a:ext cx="4191000" cy="914400"/>
          </a:xfrm>
          <a:prstGeom prst="rect">
            <a:avLst/>
          </a:prstGeom>
          <a:solidFill>
            <a:srgbClr val="FFFDF5"/>
          </a:solidFill>
          <a:ln w="9525">
            <a:solidFill>
              <a:srgbClr val="D3C9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350026" y="4987826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 OFFICE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50026" y="5190976"/>
            <a:ext cx="3756559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1050" b="1" dirty="0">
                <a:solidFill>
                  <a:srgbClr val="5662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UOA Business Park, Shah Alam, Selangor, Malaysia.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D3C9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6A75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1B21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ayjain/repos/vinex22-design/projects/naturz-exhibition/assets/images/logo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81000"/>
            <a:ext cx="1168301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19200"/>
            <a:ext cx="46634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B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NATURZ INDUSTRIES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600" y="1498550"/>
            <a:ext cx="6606540" cy="171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your next cooking oil supply program.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4901" y="3708350"/>
            <a:ext cx="5699659" cy="5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700" dirty="0">
                <a:solidFill>
                  <a:srgbClr val="E7E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to our team about product grade, packaging and export requirements.</a:t>
            </a:r>
            <a:endParaRPr lang="en-US" sz="1700" dirty="0"/>
          </a:p>
        </p:txBody>
      </p:sp>
      <p:pic>
        <p:nvPicPr>
          <p:cNvPr id="6" name="Image 1" descr="C:/Users/vinayjain/repos/vinex22-design/projects/naturz-exhibition/assets/images/hero-products.web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93750"/>
            <a:ext cx="4572000" cy="393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901" y="5181600"/>
            <a:ext cx="647689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naturzindustries.com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34901" y="5791200"/>
            <a:ext cx="106222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B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info@naturzindustries.com · +603 5569 1581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09600" y="6354663"/>
            <a:ext cx="10972800" cy="0"/>
          </a:xfrm>
          <a:prstGeom prst="line">
            <a:avLst/>
          </a:prstGeom>
          <a:noFill/>
          <a:ln w="9525">
            <a:solidFill>
              <a:srgbClr val="5E866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9600" y="6435626"/>
            <a:ext cx="111922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50" dirty="0">
                <a:solidFill>
                  <a:srgbClr val="E7E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CTA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0882884" y="6426101"/>
            <a:ext cx="6995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E7EF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2026-05-03T04:22:31Z</dcterms:created>
  <dcterms:modified xsi:type="dcterms:W3CDTF">2026-05-03T04:22:31Z</dcterms:modified>
</cp:coreProperties>
</file>